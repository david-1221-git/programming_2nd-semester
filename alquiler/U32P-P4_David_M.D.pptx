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82" r:id="rId4"/>
  </p:sldMasterIdLst>
  <p:sldIdLst>
    <p:sldId id="256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7714388" cy="3260635"/>
          </a:xfrm>
        </p:spPr>
        <p:txBody>
          <a:bodyPr anchor="b"/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612" y="4848464"/>
            <a:ext cx="7714388" cy="1085849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258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5445"/>
            <a:ext cx="9238434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9566" y="2286000"/>
            <a:ext cx="9238434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04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1745" y="1287554"/>
            <a:ext cx="8284963" cy="3113064"/>
          </a:xfrm>
        </p:spPr>
        <p:txBody>
          <a:bodyPr anchor="t"/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1744" y="4619707"/>
            <a:ext cx="7722256" cy="1476293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62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13411"/>
            <a:ext cx="9238434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9566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35565"/>
            <a:ext cx="449580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52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79150"/>
            <a:ext cx="9238434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7" y="2013217"/>
            <a:ext cx="449579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29567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013215"/>
            <a:ext cx="449580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48000"/>
            <a:ext cx="449580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6270727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1171838" y="4592406"/>
            <a:ext cx="808262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524000" y="2876662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7531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490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93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740" y="1558944"/>
            <a:ext cx="3279689" cy="1864196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0"/>
            <a:ext cx="5333999" cy="5334000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43741" y="3649682"/>
            <a:ext cx="3233096" cy="1933605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67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3543" y="1383126"/>
            <a:ext cx="3289886" cy="2045874"/>
          </a:xfrm>
        </p:spPr>
        <p:txBody>
          <a:bodyPr anchor="b"/>
          <a:lstStyle>
            <a:lvl1pPr algn="r"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1" y="762000"/>
            <a:ext cx="5333999" cy="5334000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33544" y="3649682"/>
            <a:ext cx="3243292" cy="1684317"/>
          </a:xfrm>
        </p:spPr>
        <p:txBody>
          <a:bodyPr/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637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429566" y="2229957"/>
            <a:ext cx="9238434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72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4000" y="1467699"/>
            <a:ext cx="1758461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82312" y="1467699"/>
            <a:ext cx="7839379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B07E4-CDF9-4C88-A2F3-04620E58224D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71E98-A417-4ECC-ACEB-C0490C20DB04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977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9566" y="1041621"/>
            <a:ext cx="9238434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29566" y="2285999"/>
            <a:ext cx="9238434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1087" y="4891318"/>
            <a:ext cx="26732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fld id="{3C2B07E4-CDF9-4C88-A2F3-04620E58224D}" type="datetimeFigureOut">
              <a:rPr lang="en-US" smtClean="0"/>
              <a:pPr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473021" y="1609893"/>
            <a:ext cx="26694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2908" y="3219853"/>
            <a:ext cx="629653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EFE71E98-A417-4ECC-ACEB-C0490C20DB04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040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77" r:id="rId1"/>
    <p:sldLayoutId id="2147484078" r:id="rId2"/>
    <p:sldLayoutId id="2147484079" r:id="rId3"/>
    <p:sldLayoutId id="2147484080" r:id="rId4"/>
    <p:sldLayoutId id="2147484081" r:id="rId5"/>
    <p:sldLayoutId id="2147484075" r:id="rId6"/>
    <p:sldLayoutId id="2147484071" r:id="rId7"/>
    <p:sldLayoutId id="2147484072" r:id="rId8"/>
    <p:sldLayoutId id="2147484073" r:id="rId9"/>
    <p:sldLayoutId id="2147484074" r:id="rId10"/>
    <p:sldLayoutId id="2147484076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AEED5540-64E5-4258-ABA4-753F07B71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524000" y="4571506"/>
            <a:ext cx="97115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4" name="Rectangle 253">
            <a:extLst>
              <a:ext uri="{FF2B5EF4-FFF2-40B4-BE49-F238E27FC236}">
                <a16:creationId xmlns:a16="http://schemas.microsoft.com/office/drawing/2014/main" id="{E906F54D-04EF-4345-A564-7A7B57B6C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42D72763-8D2E-477E-ADFD-28E96A52F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8" name="Rectangle 257">
            <a:extLst>
              <a:ext uri="{FF2B5EF4-FFF2-40B4-BE49-F238E27FC236}">
                <a16:creationId xmlns:a16="http://schemas.microsoft.com/office/drawing/2014/main" id="{4A63FA5D-402E-473D-AF05-018BE28B22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2001" y="762001"/>
            <a:ext cx="6095999" cy="5333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76A5AE45-6FDC-8136-5C64-C940EEC4E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524000"/>
            <a:ext cx="4572000" cy="258136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dirty="0"/>
              <a:t>U32P-P4.</a:t>
            </a: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br>
              <a:rPr lang="en-US" sz="1800" dirty="0"/>
            </a:br>
            <a:r>
              <a:rPr lang="en-US" sz="1800" dirty="0" err="1"/>
              <a:t>Por:Merino</a:t>
            </a:r>
            <a:r>
              <a:rPr lang="en-US" sz="1800" dirty="0"/>
              <a:t> Dominguez David</a:t>
            </a:r>
            <a:br>
              <a:rPr lang="en-US" sz="1800" dirty="0"/>
            </a:br>
            <a:endParaRPr lang="en-US" sz="1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264C42F-241A-91B0-1902-86E17E32D0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7" r="50471" b="-1"/>
          <a:stretch>
            <a:fillRect/>
          </a:stretch>
        </p:blipFill>
        <p:spPr>
          <a:xfrm>
            <a:off x="6858000" y="762001"/>
            <a:ext cx="4578306" cy="5333997"/>
          </a:xfrm>
          <a:prstGeom prst="rect">
            <a:avLst/>
          </a:prstGeom>
        </p:spPr>
      </p:pic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B20D3D82-8B25-4DD9-9924-4CEAD450C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31206" y="4572000"/>
            <a:ext cx="971155" cy="0"/>
          </a:xfrm>
          <a:prstGeom prst="line">
            <a:avLst/>
          </a:prstGeom>
          <a:ln w="317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41112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PortalVTI">
  <a:themeElements>
    <a:clrScheme name="Earth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Earth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0E0D5035-C7F2-4607-91F4-D5D5F886A15A}" vid="{EAFF3D8B-AC13-4E90-80A9-182200FBC86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0EED805B9BA664DAC1F2C97CFE29703" ma:contentTypeVersion="8" ma:contentTypeDescription="Crear nuevo documento." ma:contentTypeScope="" ma:versionID="640bf2b2d4644d461c3048d63ea8b2b4">
  <xsd:schema xmlns:xsd="http://www.w3.org/2001/XMLSchema" xmlns:xs="http://www.w3.org/2001/XMLSchema" xmlns:p="http://schemas.microsoft.com/office/2006/metadata/properties" xmlns:ns3="d6d78e03-028c-4f77-b6c9-803a7d80abe2" targetNamespace="http://schemas.microsoft.com/office/2006/metadata/properties" ma:root="true" ma:fieldsID="480166d823daa00f15b4af1f04bfba53" ns3:_="">
    <xsd:import namespace="d6d78e03-028c-4f77-b6c9-803a7d80abe2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78e03-028c-4f77-b6c9-803a7d80abe2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DB2594-5810-42DD-ADAA-7F7FA07BED4A}">
  <ds:schemaRefs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documentManagement/types"/>
    <ds:schemaRef ds:uri="d6d78e03-028c-4f77-b6c9-803a7d80abe2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03ED5B6-2AF5-4A46-92EB-CFF326A00A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6D7004-7DA0-415E-B11C-4CC78E4D1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d78e03-028c-4f77-b6c9-803a7d80ab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13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Trade Gothic Next Cond</vt:lpstr>
      <vt:lpstr>Trade Gothic Next Light</vt:lpstr>
      <vt:lpstr>PortalVTI</vt:lpstr>
      <vt:lpstr>U32P-P4.     Por:Merino Dominguez David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Merino Domínguez</dc:creator>
  <cp:lastModifiedBy>David Merino Domínguez</cp:lastModifiedBy>
  <cp:revision>2</cp:revision>
  <dcterms:created xsi:type="dcterms:W3CDTF">2026-02-20T15:48:26Z</dcterms:created>
  <dcterms:modified xsi:type="dcterms:W3CDTF">2026-03-18T04:13:40Z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0x01010070EED805B9BA664DAC1F2C97CFE29703</vt:lpwstr>
  </property>
</Properties>
</file>