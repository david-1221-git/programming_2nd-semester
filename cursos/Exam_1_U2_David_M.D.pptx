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82" r:id="rId4"/>
  </p:sldMasterIdLst>
  <p:sldIdLst>
    <p:sldId id="256" r:id="rId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C976E3-4B89-4AF9-8B3E-17ECCE665111}" v="81" dt="2026-03-24T15:47:54.3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CF-692C-4963-8B5E-D1C0928C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612" y="1013984"/>
            <a:ext cx="7714388" cy="3260635"/>
          </a:xfrm>
        </p:spPr>
        <p:txBody>
          <a:bodyPr anchor="b"/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9655-1613-4CC0-BBE9-BD2CB2C3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9612" y="4848464"/>
            <a:ext cx="7714388" cy="1085849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FFF-6BC4-4DF0-BC55-B2C3BFD8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9830-A1B7-484B-832C-F64A558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F727-72C8-47A9-8E54-AD845902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</a:extLst>
          </p:cNvPr>
          <p:cNvCxnSpPr>
            <a:cxnSpLocks/>
          </p:cNvCxnSpPr>
          <p:nvPr/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1258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94C-BCB1-4F4C-AF70-DD2A5C4E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B75-A057-44B5-872F-DF01BDC8E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9238434" cy="381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260C-3219-4812-88F2-3162D37F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62B73-9C01-4BE3-A199-782BE6EB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1492-EB56-4454-9D2A-8BB94AAC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704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80A128-A52A-402C-865B-1BF08D7F04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00447-3778-4AB7-ACB3-7C2313F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745" y="1287554"/>
            <a:ext cx="8284963" cy="3113064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0C9-BA3C-4D31-9C62-2C2408591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1744" y="4619707"/>
            <a:ext cx="7722256" cy="147629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2E8A-6B69-406B-A3DF-0A1B768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5CF-4461-4BB8-8F3A-ED1CB10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B27-5EF3-49F4-B3CE-F3CF419A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862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F3BA-5AD5-4F15-97B2-E4652D1D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13411"/>
            <a:ext cx="9238434" cy="889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97B8-1FD3-40E6-A486-256EB41DB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566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F4D8-AA9A-4AF7-86EA-E4D797B9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8823E-BC08-4810-9BFF-35D2EA2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D2BFB-BB2C-4C4A-A6E1-DD223C2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69B2-12F8-4583-8A7F-523C9A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652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17F-84B9-44BA-8DD6-680394AB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79150"/>
            <a:ext cx="9238434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217D6-7448-4625-964F-5D82F65F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7" y="2013217"/>
            <a:ext cx="4495799" cy="704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A534C-0B54-4327-99C0-4F0019FD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29567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D4A63-0795-4B74-8C11-5FE79441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13215"/>
            <a:ext cx="4495800" cy="70423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16F3-F747-441B-9854-27225954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168E2-6B97-486E-B0E4-4E7F5CDB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D3E2B-2F4E-4347-A8E9-27EB7D03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FC4F5-6876-414E-9E30-84706A3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‹Nº›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0D2F04-5474-46B9-B838-858CDF4AB2D2}"/>
              </a:ext>
            </a:extLst>
          </p:cNvPr>
          <p:cNvCxnSpPr>
            <a:cxnSpLocks/>
          </p:cNvCxnSpPr>
          <p:nvPr/>
        </p:nvCxnSpPr>
        <p:spPr>
          <a:xfrm>
            <a:off x="6270727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EE893-BE45-47F3-BCF0-02424B3503CC}"/>
              </a:ext>
            </a:extLst>
          </p:cNvPr>
          <p:cNvSpPr/>
          <p:nvPr/>
        </p:nvSpPr>
        <p:spPr>
          <a:xfrm>
            <a:off x="-1171838" y="4592406"/>
            <a:ext cx="808262" cy="3897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5178A-4501-4B56-8BF1-D083D7B021CE}"/>
              </a:ext>
            </a:extLst>
          </p:cNvPr>
          <p:cNvCxnSpPr>
            <a:cxnSpLocks/>
          </p:cNvCxnSpPr>
          <p:nvPr/>
        </p:nvCxnSpPr>
        <p:spPr>
          <a:xfrm>
            <a:off x="1524000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7531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2109C6-041C-42BA-B507-8EA298046E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BF877-20DD-40F4-AEA8-E1B6D535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C874-15B5-4338-B7D1-8E393AB4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6BAE3-24C5-483F-9141-D860A26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AEEB4-66F8-4008-B616-804FB9D9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490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C975-8FFB-4A4B-9213-774EE39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A744F-475D-4105-8E4A-02581554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FA64C-7966-4D6F-88D7-4B89F2A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93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D5F-AB94-4DCF-8971-B8B2B55A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40" y="1558944"/>
            <a:ext cx="3279689" cy="1864196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E4CB-68CF-4BF3-A891-8277AFD1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0"/>
            <a:ext cx="5333999" cy="5334000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2E72-B66D-40EE-B182-5585382A6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3741" y="3649682"/>
            <a:ext cx="3233096" cy="1933605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B694-B050-45F3-AE6F-A86A129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E423-9CA5-46B3-96B1-7586AD02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973D-F1F7-47BC-996D-6100B7C8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967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9949-4A1F-4DA9-9B75-A6180F95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543" y="1383126"/>
            <a:ext cx="3289886" cy="2045874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8D794-C670-4569-93D9-0FF8B35AA7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4001" y="762000"/>
            <a:ext cx="5333999" cy="5334000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86F6-AE67-4B34-B8E2-0B7576DC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3544" y="3649682"/>
            <a:ext cx="3243292" cy="1684317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11C-BB63-49A6-B488-29D4FBF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9166-6D36-4F0A-9ADD-33D49A0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2B8F-7760-41B3-9053-DD90255B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637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A5DE-E5C6-4DB9-AD28-8F1EAC6F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E08E-9B2D-4740-9AC6-D5E1CFB9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29566" y="2229957"/>
            <a:ext cx="9238434" cy="3866043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3736-E8AA-4F58-9D3A-27050B2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5E84-15BC-478B-9DAB-15025867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D98F-E0A8-4254-A957-7F17811D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72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E70F5-2276-4F91-9FC2-8DA4B528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1467699"/>
            <a:ext cx="1758461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856C5-C2FD-45E4-A631-AC06B54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82312" y="1467699"/>
            <a:ext cx="7839379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36EA-B6DD-4115-9C67-79A24C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68B-1DAB-449C-9BA4-7B1572A2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567E-119D-4C98-93FF-73A3328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977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152A-7FE0-4708-B7C1-DBEC8F13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1621"/>
            <a:ext cx="9238434" cy="8613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AB53-BAF9-439D-9451-47193CF2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6" y="2285999"/>
            <a:ext cx="9238434" cy="381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6D9F-562A-496F-A530-A561994DC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3C2B07E4-CDF9-4C88-A2F3-04620E58224D}" type="datetimeFigureOut">
              <a:rPr lang="en-US" smtClean="0"/>
              <a:pPr/>
              <a:t>3/24/2026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60FE-AAC3-4FAE-9EB4-BCAE72D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EDB2-8F31-42FA-B253-62D241466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EFE71E98-A417-4ECC-ACEB-C0490C20DB0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2040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77" r:id="rId1"/>
    <p:sldLayoutId id="2147484078" r:id="rId2"/>
    <p:sldLayoutId id="2147484079" r:id="rId3"/>
    <p:sldLayoutId id="2147484080" r:id="rId4"/>
    <p:sldLayoutId id="2147484081" r:id="rId5"/>
    <p:sldLayoutId id="2147484075" r:id="rId6"/>
    <p:sldLayoutId id="2147484071" r:id="rId7"/>
    <p:sldLayoutId id="2147484072" r:id="rId8"/>
    <p:sldLayoutId id="2147484073" r:id="rId9"/>
    <p:sldLayoutId id="2147484074" r:id="rId10"/>
    <p:sldLayoutId id="2147484076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3" name="Straight Connector 275">
            <a:extLst>
              <a:ext uri="{FF2B5EF4-FFF2-40B4-BE49-F238E27FC236}">
                <a16:creationId xmlns:a16="http://schemas.microsoft.com/office/drawing/2014/main" id="{AEED5540-64E5-4258-ABA4-753F07B71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85" name="Rectangle 277">
            <a:extLst>
              <a:ext uri="{FF2B5EF4-FFF2-40B4-BE49-F238E27FC236}">
                <a16:creationId xmlns:a16="http://schemas.microsoft.com/office/drawing/2014/main" id="{36EE17F1-6A7B-4866-9463-8932E9C1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6" name="Rectangle 279">
            <a:extLst>
              <a:ext uri="{FF2B5EF4-FFF2-40B4-BE49-F238E27FC236}">
                <a16:creationId xmlns:a16="http://schemas.microsoft.com/office/drawing/2014/main" id="{0760E4C7-47B8-4356-ABCA-CC9C79E2D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2" name="Oval 281">
            <a:extLst>
              <a:ext uri="{FF2B5EF4-FFF2-40B4-BE49-F238E27FC236}">
                <a16:creationId xmlns:a16="http://schemas.microsoft.com/office/drawing/2014/main" id="{5C3A0317-07C5-421D-8353-23737ABDC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3411"/>
            <a:ext cx="4629606" cy="462960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76A5AE45-6FDC-8136-5C64-C940EEC4E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66" y="2393397"/>
            <a:ext cx="3829433" cy="124430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900" dirty="0"/>
              <a:t>Exam_1_U2</a:t>
            </a:r>
            <a:br>
              <a:rPr lang="en-US" sz="900" dirty="0"/>
            </a:br>
            <a:br>
              <a:rPr lang="en-US" sz="900" dirty="0"/>
            </a:br>
            <a:br>
              <a:rPr lang="en-US" sz="900" dirty="0"/>
            </a:br>
            <a:br>
              <a:rPr lang="en-US" sz="900" dirty="0"/>
            </a:br>
            <a:br>
              <a:rPr lang="en-US" sz="900" dirty="0"/>
            </a:br>
            <a:r>
              <a:rPr lang="en-US" sz="900" dirty="0" err="1"/>
              <a:t>Por:Merino</a:t>
            </a:r>
            <a:r>
              <a:rPr lang="en-US" sz="900" dirty="0"/>
              <a:t> Dominguez David</a:t>
            </a:r>
            <a:br>
              <a:rPr lang="en-US" sz="900" dirty="0"/>
            </a:br>
            <a:endParaRPr lang="en-US" sz="9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723A077-1063-D17D-B9B2-200801C743B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89" b="-1"/>
          <a:stretch>
            <a:fillRect/>
          </a:stretch>
        </p:blipFill>
        <p:spPr>
          <a:xfrm>
            <a:off x="6096000" y="3430571"/>
            <a:ext cx="6096000" cy="342742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4778376-F3F9-CD53-EC73-E30546FD1B7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30" b="2"/>
          <a:stretch>
            <a:fillRect/>
          </a:stretch>
        </p:blipFill>
        <p:spPr>
          <a:xfrm>
            <a:off x="6096000" y="-1"/>
            <a:ext cx="6096000" cy="3438144"/>
          </a:xfrm>
          <a:prstGeom prst="rect">
            <a:avLst/>
          </a:prstGeom>
        </p:spPr>
      </p:pic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414C5C93-B9E9-4392-ADCF-ABF21209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562423" y="396058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4111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PortalVTI">
  <a:themeElements>
    <a:clrScheme name="Earth">
      <a:dk1>
        <a:sysClr val="windowText" lastClr="000000"/>
      </a:dk1>
      <a:lt1>
        <a:sysClr val="window" lastClr="FFFFFF"/>
      </a:lt1>
      <a:dk2>
        <a:srgbClr val="051618"/>
      </a:dk2>
      <a:lt2>
        <a:srgbClr val="E8E8DF"/>
      </a:lt2>
      <a:accent1>
        <a:srgbClr val="2D714C"/>
      </a:accent1>
      <a:accent2>
        <a:srgbClr val="1F7985"/>
      </a:accent2>
      <a:accent3>
        <a:srgbClr val="0D6756"/>
      </a:accent3>
      <a:accent4>
        <a:srgbClr val="40945E"/>
      </a:accent4>
      <a:accent5>
        <a:srgbClr val="389896"/>
      </a:accent5>
      <a:accent6>
        <a:srgbClr val="64924A"/>
      </a:accent6>
      <a:hlink>
        <a:srgbClr val="1F855C"/>
      </a:hlink>
      <a:folHlink>
        <a:srgbClr val="227390"/>
      </a:folHlink>
    </a:clrScheme>
    <a:fontScheme name="Earth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rtalVTI" id="{0E0D5035-C7F2-4607-91F4-D5D5F886A15A}" vid="{EAFF3D8B-AC13-4E90-80A9-182200FBC866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0EED805B9BA664DAC1F2C97CFE29703" ma:contentTypeVersion="8" ma:contentTypeDescription="Crear nuevo documento." ma:contentTypeScope="" ma:versionID="640bf2b2d4644d461c3048d63ea8b2b4">
  <xsd:schema xmlns:xsd="http://www.w3.org/2001/XMLSchema" xmlns:xs="http://www.w3.org/2001/XMLSchema" xmlns:p="http://schemas.microsoft.com/office/2006/metadata/properties" xmlns:ns3="d6d78e03-028c-4f77-b6c9-803a7d80abe2" targetNamespace="http://schemas.microsoft.com/office/2006/metadata/properties" ma:root="true" ma:fieldsID="480166d823daa00f15b4af1f04bfba53" ns3:_="">
    <xsd:import namespace="d6d78e03-028c-4f77-b6c9-803a7d80abe2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d78e03-028c-4f77-b6c9-803a7d80abe2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56D7004-7DA0-415E-B11C-4CC78E4D1E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6d78e03-028c-4f77-b6c9-803a7d80ab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03ED5B6-2AF5-4A46-92EB-CFF326A00A1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DDB2594-5810-42DD-ADAA-7F7FA07BED4A}">
  <ds:schemaRefs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purl.org/dc/dcmitype/"/>
    <ds:schemaRef ds:uri="http://purl.org/dc/terms/"/>
    <ds:schemaRef ds:uri="d6d78e03-028c-4f77-b6c9-803a7d80abe2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16</Words>
  <Application>Microsoft Office PowerPoint</Application>
  <PresentationFormat>Panorámica</PresentationFormat>
  <Paragraphs>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Trade Gothic Next Cond</vt:lpstr>
      <vt:lpstr>Trade Gothic Next Light</vt:lpstr>
      <vt:lpstr>PortalVTI</vt:lpstr>
      <vt:lpstr>Exam_1_U2     Por:Merino Dominguez David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Merino Domínguez</dc:creator>
  <cp:lastModifiedBy>David Merino Domínguez</cp:lastModifiedBy>
  <cp:revision>2</cp:revision>
  <dcterms:created xsi:type="dcterms:W3CDTF">2026-02-20T15:48:26Z</dcterms:created>
  <dcterms:modified xsi:type="dcterms:W3CDTF">2026-03-24T15:48:23Z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0x01010070EED805B9BA664DAC1F2C97CFE29703</vt:lpwstr>
  </property>
</Properties>
</file>